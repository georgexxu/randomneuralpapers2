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3"/>
    <p:restoredTop sz="94650"/>
  </p:normalViewPr>
  <p:slideViewPr>
    <p:cSldViewPr snapToGrid="0">
      <p:cViewPr varScale="1">
        <p:scale>
          <a:sx n="92" d="100"/>
          <a:sy n="92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4347-5F6B-3F47-1B51-8822E2AE0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41844-CE63-16D7-E79E-CE42FCB1A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7440-D17A-6749-5856-CE6D5BC9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286B9-2080-7B6E-D513-8D589D0C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FF0B3-EA58-0BE8-90C1-C94A3EEB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30043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6F07-68F6-7117-5DE9-70C1BCB6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C37A-982C-B5C0-DF6B-F1097C41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3987-30B2-5F9A-61E7-67D8A3D2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DB5F-9EEB-BAD4-8E1E-C4091531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DA162-E77D-416A-33C0-0D90058F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2022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D95C-7EF7-93C6-02E7-8B008977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E9DA0-1600-CFB7-EEA6-7C31B5C71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BF09E-351A-49E5-7709-0C19191B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F5D7-86B9-0275-9C93-B6A5D9E5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C3C2-3AE3-A64D-D99F-761FC7D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2169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EDF4-6CAB-3524-44E2-7FC73AC8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6FCA-ABD8-28A8-3E59-F9D296765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A0ECF-8B05-E887-EA08-3C25A2C3D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ACB14-E579-4C41-85BD-B9B86487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C730C-F04D-C4DB-3C46-579266F3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8390A-01D7-479E-E8FA-173CD31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33688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11FD-61FE-C38A-42D1-9690DBF0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B9D2B-E63F-59A8-E7AC-0AE04992E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99688-D37F-9B9E-0E10-FDDF5AF33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3D57F-58EB-8992-1552-BA1ABEDE5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95268-CF8C-0751-CA07-980430007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36B46-0972-A11E-BC86-57811666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35F5E-2973-9166-46E7-D0EEFD8F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88077-C6F5-0CD3-C115-434B6D0B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2145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178D9-B7F3-2AE0-DD50-F90E7C4A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C9476-6C0C-67F1-1DE5-493BF237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3CEBF-6286-F8C3-9FA8-1C0F9DD6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9D0CE-0E05-6418-F834-B7B99E5D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15855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9FB22-5411-5EE5-C7CA-5A7B944A6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61B02-DEBE-29A2-0CA5-C5DCBBC6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A6AEF-2480-966D-055E-C077A407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1244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DA6D-C42A-5561-3110-8B08110E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85E37-C383-915E-5BB6-DB897691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C2071-A990-69E5-F1D2-82D38F310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6069-DE9D-0126-A6EC-58A81EB6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CCF9-7EAC-FE92-B60C-8A656330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6BBBA-15E7-27D7-51D2-455008EC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4696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8926-1A96-C3DC-8DF9-711E062D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7CC94-D578-E39A-174D-4C5B652DD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D2CDF-FE7B-E7A7-7CC5-E89E45CC0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3FF01-1735-324E-08E2-2E9B3188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197DB-4181-140A-1D31-FCBA4B2C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B77EA-2209-1AD7-0DDA-EE45E227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9190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A498-2CBF-5A82-5707-5DE7C3CD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3D41B-5A68-027F-BE4C-15F4C1D1B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EC34B-4BA2-36B5-AE5C-278314CD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57270-0AD3-C0BF-6741-C3068A9C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2843-5B8E-4D1C-A145-A24C5451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2502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BE4CE-6152-ACC1-8488-2D15873A6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ECF04-578E-B153-B6B9-07E9B6116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EC749-E56B-E800-FE02-DB9C422E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D48FC-EBB0-748F-D646-B27A26E6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0D3C9-139C-0A2A-36F1-03B525CC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2428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9194F-D090-2496-ABBD-5393386A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300DA-D7F8-D9DE-FE53-E0B86BBCA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9D5C5-2195-5385-5C70-2DF0988DE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C734C-C1A3-6D41-8447-040CC87B79D0}" type="datetimeFigureOut">
              <a:rPr lang="en-SA" smtClean="0"/>
              <a:t>20/08/2025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BD7E-838F-7A11-6971-84A761E74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3B3B2-A411-35DD-5A61-014D032F1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F57D1-3518-744C-AEC1-323233F08AC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6298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DBE3-77D1-6BD8-5008-B08FB0C62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0D65B-26E5-0676-B503-2925D50A5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6871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B086BAB-9646-347C-FD4D-60187E36C417}"/>
              </a:ext>
            </a:extLst>
          </p:cNvPr>
          <p:cNvGrpSpPr/>
          <p:nvPr/>
        </p:nvGrpSpPr>
        <p:grpSpPr>
          <a:xfrm>
            <a:off x="2858137" y="724114"/>
            <a:ext cx="6436514" cy="4795340"/>
            <a:chOff x="2858137" y="724114"/>
            <a:chExt cx="6436514" cy="4795340"/>
          </a:xfrm>
        </p:grpSpPr>
        <p:pic>
          <p:nvPicPr>
            <p:cNvPr id="7" name="Picture 6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65FAEECF-9CF1-9814-7818-E71CD7FB0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6838" y="724114"/>
              <a:ext cx="3196674" cy="2397506"/>
            </a:xfrm>
            <a:prstGeom prst="rect">
              <a:avLst/>
            </a:prstGeom>
          </p:spPr>
        </p:pic>
        <p:pic>
          <p:nvPicPr>
            <p:cNvPr id="9" name="Picture 8" descr="A graph of a graph with a line&#10;&#10;AI-generated content may be incorrect.">
              <a:extLst>
                <a:ext uri="{FF2B5EF4-FFF2-40B4-BE49-F238E27FC236}">
                  <a16:creationId xmlns:a16="http://schemas.microsoft.com/office/drawing/2014/main" id="{89861D7A-33CD-CA37-A6A6-56429CC4B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7539" y="3121620"/>
              <a:ext cx="3197112" cy="2397834"/>
            </a:xfrm>
            <a:prstGeom prst="rect">
              <a:avLst/>
            </a:prstGeom>
          </p:spPr>
        </p:pic>
        <p:pic>
          <p:nvPicPr>
            <p:cNvPr id="11" name="Picture 10" descr="A graph of a graph&#10;&#10;AI-generated content may be incorrect.">
              <a:extLst>
                <a:ext uri="{FF2B5EF4-FFF2-40B4-BE49-F238E27FC236}">
                  <a16:creationId xmlns:a16="http://schemas.microsoft.com/office/drawing/2014/main" id="{E275D58D-2496-1042-9852-54438E1B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349" y="3121620"/>
              <a:ext cx="3196674" cy="2397506"/>
            </a:xfrm>
            <a:prstGeom prst="rect">
              <a:avLst/>
            </a:prstGeom>
          </p:spPr>
        </p:pic>
        <p:pic>
          <p:nvPicPr>
            <p:cNvPr id="13" name="Picture 12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1CEC6D1C-7E7D-7698-C99B-EDB085AF6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58137" y="773002"/>
              <a:ext cx="3219049" cy="239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826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08CD4B-41DD-4A06-CB5E-8766D7C7E8C5}"/>
              </a:ext>
            </a:extLst>
          </p:cNvPr>
          <p:cNvGrpSpPr/>
          <p:nvPr/>
        </p:nvGrpSpPr>
        <p:grpSpPr>
          <a:xfrm>
            <a:off x="1979666" y="1158948"/>
            <a:ext cx="6304324" cy="4795200"/>
            <a:chOff x="1979666" y="1158948"/>
            <a:chExt cx="6304324" cy="4795200"/>
          </a:xfrm>
        </p:grpSpPr>
        <p:pic>
          <p:nvPicPr>
            <p:cNvPr id="5" name="Picture 4" descr="A graph of a line&#10;&#10;AI-generated content may be incorrect.">
              <a:extLst>
                <a:ext uri="{FF2B5EF4-FFF2-40B4-BE49-F238E27FC236}">
                  <a16:creationId xmlns:a16="http://schemas.microsoft.com/office/drawing/2014/main" id="{D2C9E219-3FB2-0E6C-17A2-ED8528321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666" y="1158948"/>
              <a:ext cx="3626749" cy="2397600"/>
            </a:xfrm>
            <a:prstGeom prst="rect">
              <a:avLst/>
            </a:prstGeom>
          </p:spPr>
        </p:pic>
        <p:pic>
          <p:nvPicPr>
            <p:cNvPr id="7" name="Picture 6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5D5A85F4-30F2-85E7-3F36-CC49FDD8C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190" y="3556548"/>
              <a:ext cx="3196800" cy="2397600"/>
            </a:xfrm>
            <a:prstGeom prst="rect">
              <a:avLst/>
            </a:prstGeom>
          </p:spPr>
        </p:pic>
        <p:pic>
          <p:nvPicPr>
            <p:cNvPr id="9" name="Picture 8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E4F61B0F-75B6-F74A-9C8C-46B204139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9370" y="3556548"/>
              <a:ext cx="3196800" cy="2397600"/>
            </a:xfrm>
            <a:prstGeom prst="rect">
              <a:avLst/>
            </a:prstGeom>
          </p:spPr>
        </p:pic>
        <p:pic>
          <p:nvPicPr>
            <p:cNvPr id="11" name="Picture 10" descr="A graph of a graph with lines and numbers&#10;&#10;AI-generated content may be incorrect.">
              <a:extLst>
                <a:ext uri="{FF2B5EF4-FFF2-40B4-BE49-F238E27FC236}">
                  <a16:creationId xmlns:a16="http://schemas.microsoft.com/office/drawing/2014/main" id="{2426D526-3D40-042B-51F8-448790846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7190" y="1158948"/>
              <a:ext cx="3196800" cy="239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184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9705032-328D-B7B3-D337-F96755E6781F}"/>
              </a:ext>
            </a:extLst>
          </p:cNvPr>
          <p:cNvGrpSpPr/>
          <p:nvPr/>
        </p:nvGrpSpPr>
        <p:grpSpPr>
          <a:xfrm>
            <a:off x="926673" y="432600"/>
            <a:ext cx="9072220" cy="3319200"/>
            <a:chOff x="926673" y="432600"/>
            <a:chExt cx="9072220" cy="3319200"/>
          </a:xfrm>
        </p:grpSpPr>
        <p:pic>
          <p:nvPicPr>
            <p:cNvPr id="5" name="Picture 4" descr="A graph of numbers and lines&#10;&#10;AI-generated content may be incorrect.">
              <a:extLst>
                <a:ext uri="{FF2B5EF4-FFF2-40B4-BE49-F238E27FC236}">
                  <a16:creationId xmlns:a16="http://schemas.microsoft.com/office/drawing/2014/main" id="{13C9DFCA-D522-890C-D152-47F76775F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2783" y="432600"/>
              <a:ext cx="4536110" cy="3319200"/>
            </a:xfrm>
            <a:prstGeom prst="rect">
              <a:avLst/>
            </a:prstGeom>
          </p:spPr>
        </p:pic>
        <p:pic>
          <p:nvPicPr>
            <p:cNvPr id="7" name="Picture 6" descr="A graph of a number of neurons&#10;&#10;AI-generated content may be incorrect.">
              <a:extLst>
                <a:ext uri="{FF2B5EF4-FFF2-40B4-BE49-F238E27FC236}">
                  <a16:creationId xmlns:a16="http://schemas.microsoft.com/office/drawing/2014/main" id="{76A67B5E-098F-4D56-6FB9-2351051A0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673" y="432600"/>
              <a:ext cx="4536110" cy="33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454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6927702-007F-A9A8-F28D-624C75490573}"/>
              </a:ext>
            </a:extLst>
          </p:cNvPr>
          <p:cNvGrpSpPr/>
          <p:nvPr/>
        </p:nvGrpSpPr>
        <p:grpSpPr>
          <a:xfrm>
            <a:off x="1053869" y="546572"/>
            <a:ext cx="9407018" cy="3322924"/>
            <a:chOff x="1053869" y="546572"/>
            <a:chExt cx="9407018" cy="3322924"/>
          </a:xfrm>
        </p:grpSpPr>
        <p:pic>
          <p:nvPicPr>
            <p:cNvPr id="5" name="Picture 4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6A207DC7-5111-68D1-2F9E-1662F4C4A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08887" y="546572"/>
              <a:ext cx="4752000" cy="3322924"/>
            </a:xfrm>
            <a:prstGeom prst="rect">
              <a:avLst/>
            </a:prstGeom>
          </p:spPr>
        </p:pic>
        <p:pic>
          <p:nvPicPr>
            <p:cNvPr id="7" name="Picture 6" descr="A graph with lines and numbers&#10;&#10;AI-generated content may be incorrect.">
              <a:extLst>
                <a:ext uri="{FF2B5EF4-FFF2-40B4-BE49-F238E27FC236}">
                  <a16:creationId xmlns:a16="http://schemas.microsoft.com/office/drawing/2014/main" id="{7688FB36-0D4D-EEEA-F467-C3D4D79F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3869" y="546572"/>
              <a:ext cx="4752000" cy="3322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54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Xiaofeng Xu</dc:creator>
  <cp:lastModifiedBy>Xiaofeng Xu</cp:lastModifiedBy>
  <cp:revision>7</cp:revision>
  <dcterms:created xsi:type="dcterms:W3CDTF">2025-08-20T14:21:09Z</dcterms:created>
  <dcterms:modified xsi:type="dcterms:W3CDTF">2025-08-20T14:47:31Z</dcterms:modified>
</cp:coreProperties>
</file>